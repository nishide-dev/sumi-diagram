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800350" cy="577215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mi figure" descr="Sumi figur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800350" cy="5772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mi">
  <a:themeElements>
    <a:clrScheme name="Sumi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umi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Sum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