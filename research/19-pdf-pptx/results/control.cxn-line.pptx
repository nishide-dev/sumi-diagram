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27432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dge"/>
          <p:cNvCxnSpPr/>
          <p:nvPr/>
        </p:nvCxnSpPr>
        <p:spPr>
          <a:xfrm>
            <a:off x="914400" y="457200"/>
            <a:ext cx="914400" cy="182880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umi">
  <a:themeElements>
    <a:clrScheme name="Sumi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umi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Sum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