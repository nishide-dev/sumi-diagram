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2800350" cy="577215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:editor"/>
          <p:cNvSpPr/>
          <p:nvPr/>
        </p:nvSpPr>
        <p:spPr>
          <a:xfrm>
            <a:off x="76200" y="254000"/>
            <a:ext cx="2165350" cy="2673350"/>
          </a:xfrm>
          <a:prstGeom prst="rect">
            <a:avLst/>
          </a:prstGeom>
          <a:noFill/>
          <a:ln w="6350" cap="rnd">
            <a:solidFill>
              <a:srgbClr val="808080"/>
            </a:solidFill>
            <a:round/>
          </a:ln>
        </p:spPr>
        <p:txBody>
          <a:bodyPr wrap="none" lIns="0" rIns="1473200" tIns="43954" bIns="0" anchor="t" rtlCol="0">
            <a:noAutofit/>
          </a:bodyPr>
          <a:lstStyle/>
          <a:p>
            <a:pPr algn="ctr">
              <a:lnSpc>
                <a:spcPts val="800"/>
              </a:lnSpc>
            </a:pPr>
            <a:r>
              <a:rPr lang="ja-JP" sz="800" b="1" dirty="0">
                <a:solidFill>
                  <a:srgbClr val="000000"/>
                </a:solidFill>
                <a:latin typeface="BIZ UDPGothic"/>
                <a:ea typeface="BIZ UDPGothic"/>
              </a:rPr>
              <a:t>編集委員会</a:t>
            </a:r>
          </a:p>
        </p:txBody>
      </p:sp>
      <p:sp>
        <p:nvSpPr>
          <p:cNvPr id="3" name="n:author"/>
          <p:cNvSpPr/>
          <p:nvPr/>
        </p:nvSpPr>
        <p:spPr>
          <a:xfrm>
            <a:off x="1390650" y="3625850"/>
            <a:ext cx="533400" cy="387350"/>
          </a:xfrm>
          <a:prstGeom prst="rect">
            <a:avLst/>
          </a:prstGeom>
          <a:solidFill>
            <a:srgbClr val="FFFFFF"/>
          </a:solidFill>
          <a:ln w="6350" cap="rnd">
            <a:solidFill>
              <a:srgbClr val="000000"/>
            </a:solidFill>
            <a:round/>
          </a:ln>
        </p:spPr>
        <p:txBody>
          <a:bodyPr wrap="none" lIns="0" rIns="0" tIns="155079" bIns="0" anchor="t" rtlCol="0">
            <a:noAutofit/>
          </a:bodyPr>
          <a:lstStyle/>
          <a:p>
            <a:pPr algn="ctr">
              <a:lnSpc>
                <a:spcPts val="800"/>
              </a:lnSpc>
            </a:pPr>
            <a:r>
              <a:rPr lang="ja-JP" sz="800" dirty="0">
                <a:solidFill>
                  <a:srgbClr val="000000"/>
                </a:solidFill>
                <a:latin typeface="BIZ UDPGothic"/>
                <a:ea typeface="BIZ UDPGothic"/>
              </a:rPr>
              <a:t>著者</a:t>
            </a:r>
          </a:p>
        </p:txBody>
      </p:sp>
      <p:sp>
        <p:nvSpPr>
          <p:cNvPr id="4" name="n:submit"/>
          <p:cNvSpPr/>
          <p:nvPr/>
        </p:nvSpPr>
        <p:spPr>
          <a:xfrm>
            <a:off x="1447800" y="4305300"/>
            <a:ext cx="1244600" cy="38735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0" t="0" r="r" b="b"/>
            <a:pathLst>
              <a:path w="1244600" h="387350">
                <a:moveTo>
                  <a:pt x="165100" y="0"/>
                </a:moveTo>
                <a:lnTo>
                  <a:pt x="1244600" y="0"/>
                </a:lnTo>
                <a:lnTo>
                  <a:pt x="1079500" y="387350"/>
                </a:lnTo>
                <a:lnTo>
                  <a:pt x="0" y="387350"/>
                </a:lnTo>
                <a:lnTo>
                  <a:pt x="0" y="387350"/>
                </a:lnTo>
                <a:lnTo>
                  <a:pt x="165100" y="0"/>
                </a:lnTo>
                <a:close/>
              </a:path>
            </a:pathLst>
          </a:custGeom>
          <a:solidFill>
            <a:srgbClr val="FFFFFF"/>
          </a:solidFill>
          <a:ln w="6350" cap="rnd">
            <a:solidFill>
              <a:srgbClr val="000000"/>
            </a:solidFill>
            <a:round/>
          </a:ln>
        </p:spPr>
        <p:txBody>
          <a:bodyPr wrap="none" lIns="0" rIns="0" tIns="155079" bIns="0" anchor="t" rtlCol="0">
            <a:noAutofit/>
          </a:bodyPr>
          <a:lstStyle/>
          <a:p>
            <a:pPr algn="ctr">
              <a:lnSpc>
                <a:spcPts val="800"/>
              </a:lnSpc>
            </a:pPr>
            <a:r>
              <a:rPr lang="ja-JP" sz="800" dirty="0">
                <a:solidFill>
                  <a:srgbClr val="000000"/>
                </a:solidFill>
                <a:latin typeface="BIZ UDPGothic"/>
                <a:ea typeface="BIZ UDPGothic"/>
              </a:rPr>
              <a:t>原稿の投稿</a:t>
            </a:r>
          </a:p>
        </p:txBody>
      </p:sp>
      <p:sp>
        <p:nvSpPr>
          <p:cNvPr id="5" name="n:store"/>
          <p:cNvSpPr/>
          <p:nvPr/>
        </p:nvSpPr>
        <p:spPr>
          <a:xfrm>
            <a:off x="1422400" y="4978400"/>
            <a:ext cx="1301750" cy="71755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0" t="0" r="r" b="b"/>
            <a:pathLst>
              <a:path w="1301750" h="717550">
                <a:moveTo>
                  <a:pt x="0" y="152400"/>
                </a:moveTo>
                <a:cubicBezTo>
                  <a:pt x="0" y="0"/>
                  <a:pt x="584200" y="0"/>
                  <a:pt x="654050" y="0"/>
                </a:cubicBezTo>
                <a:cubicBezTo>
                  <a:pt x="717550" y="0"/>
                  <a:pt x="1301750" y="0"/>
                  <a:pt x="1301750" y="152400"/>
                </a:cubicBezTo>
                <a:lnTo>
                  <a:pt x="1301750" y="565150"/>
                </a:lnTo>
                <a:cubicBezTo>
                  <a:pt x="1301750" y="717550"/>
                  <a:pt x="717550" y="717550"/>
                  <a:pt x="654050" y="717550"/>
                </a:cubicBezTo>
                <a:cubicBezTo>
                  <a:pt x="584200" y="717550"/>
                  <a:pt x="0" y="717550"/>
                  <a:pt x="0" y="565150"/>
                </a:cubicBezTo>
                <a:lnTo>
                  <a:pt x="0" y="152400"/>
                </a:lnTo>
                <a:close/>
              </a:path>
              <a:path w="1301750" h="717550">
                <a:moveTo>
                  <a:pt x="0" y="152400"/>
                </a:moveTo>
                <a:cubicBezTo>
                  <a:pt x="0" y="304800"/>
                  <a:pt x="584200" y="304800"/>
                  <a:pt x="654050" y="304800"/>
                </a:cubicBezTo>
                <a:cubicBezTo>
                  <a:pt x="717550" y="304800"/>
                  <a:pt x="1301750" y="304800"/>
                  <a:pt x="1301750" y="152400"/>
                </a:cubicBezTo>
              </a:path>
            </a:pathLst>
          </a:custGeom>
          <a:solidFill>
            <a:srgbClr val="FFFFFF"/>
          </a:solidFill>
          <a:ln w="6350" cap="rnd">
            <a:solidFill>
              <a:srgbClr val="595959"/>
            </a:solidFill>
            <a:round/>
          </a:ln>
        </p:spPr>
        <p:txBody>
          <a:bodyPr wrap="none" lIns="0" rIns="0" tIns="396379" bIns="0" anchor="t" rtlCol="0">
            <a:noAutofit/>
          </a:bodyPr>
          <a:lstStyle/>
          <a:p>
            <a:pPr algn="ctr">
              <a:lnSpc>
                <a:spcPts val="800"/>
              </a:lnSpc>
            </a:pPr>
            <a:r>
              <a:rPr lang="ja-JP" sz="800" dirty="0">
                <a:solidFill>
                  <a:srgbClr val="595959"/>
                </a:solidFill>
                <a:latin typeface="BIZ UDPGothic"/>
                <a:ea typeface="BIZ UDPGothic"/>
              </a:rPr>
              <a:t>原稿データベース</a:t>
            </a:r>
          </a:p>
        </p:txBody>
      </p:sp>
      <p:sp>
        <p:nvSpPr>
          <p:cNvPr id="6" name="n:check"/>
          <p:cNvSpPr/>
          <p:nvPr/>
        </p:nvSpPr>
        <p:spPr>
          <a:xfrm>
            <a:off x="376238" y="419100"/>
            <a:ext cx="1711325" cy="5207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0" t="0" r="r" b="b"/>
            <a:pathLst>
              <a:path w="1711325" h="520700">
                <a:moveTo>
                  <a:pt x="855663" y="520700"/>
                </a:moveTo>
                <a:cubicBezTo>
                  <a:pt x="849313" y="520700"/>
                  <a:pt x="842963" y="520700"/>
                  <a:pt x="842963" y="520700"/>
                </a:cubicBezTo>
                <a:lnTo>
                  <a:pt x="4763" y="266700"/>
                </a:lnTo>
                <a:cubicBezTo>
                  <a:pt x="-1587" y="266700"/>
                  <a:pt x="-1587" y="260350"/>
                  <a:pt x="4763" y="260350"/>
                </a:cubicBezTo>
                <a:lnTo>
                  <a:pt x="842963" y="0"/>
                </a:lnTo>
                <a:cubicBezTo>
                  <a:pt x="849313" y="0"/>
                  <a:pt x="868363" y="0"/>
                  <a:pt x="874713" y="0"/>
                </a:cubicBezTo>
                <a:lnTo>
                  <a:pt x="1706563" y="254000"/>
                </a:lnTo>
                <a:cubicBezTo>
                  <a:pt x="1712913" y="254000"/>
                  <a:pt x="1712913" y="260350"/>
                  <a:pt x="1706563" y="260350"/>
                </a:cubicBezTo>
                <a:lnTo>
                  <a:pt x="868363" y="520700"/>
                </a:lnTo>
                <a:cubicBezTo>
                  <a:pt x="868363" y="520700"/>
                  <a:pt x="862013" y="520700"/>
                  <a:pt x="855663" y="520700"/>
                </a:cubicBezTo>
                <a:close/>
              </a:path>
            </a:pathLst>
          </a:custGeom>
          <a:solidFill>
            <a:srgbClr val="FFFFFF"/>
          </a:solidFill>
          <a:ln w="6350" cap="rnd">
            <a:solidFill>
              <a:srgbClr val="000000"/>
            </a:solidFill>
            <a:round/>
          </a:ln>
        </p:spPr>
        <p:txBody>
          <a:bodyPr wrap="none" lIns="0" rIns="0" tIns="221754" bIns="0" anchor="t" rtlCol="0">
            <a:noAutofit/>
          </a:bodyPr>
          <a:lstStyle/>
          <a:p>
            <a:pPr algn="ctr">
              <a:lnSpc>
                <a:spcPts val="800"/>
              </a:lnSpc>
            </a:pPr>
            <a:r>
              <a:rPr lang="ja-JP" sz="800" dirty="0">
                <a:solidFill>
                  <a:srgbClr val="000000"/>
                </a:solidFill>
                <a:latin typeface="BIZ UDPGothic"/>
                <a:ea typeface="BIZ UDPGothic"/>
              </a:rPr>
              <a:t>形式は適切？</a:t>
            </a:r>
          </a:p>
        </p:txBody>
      </p:sp>
      <p:sp>
        <p:nvSpPr>
          <p:cNvPr id="7" name="n:review"/>
          <p:cNvSpPr/>
          <p:nvPr/>
        </p:nvSpPr>
        <p:spPr>
          <a:xfrm>
            <a:off x="425450" y="1612900"/>
            <a:ext cx="774700" cy="488950"/>
          </a:xfrm>
          <a:prstGeom prst="rect">
            <a:avLst/>
          </a:prstGeom>
          <a:solidFill>
            <a:srgbClr val="FFFFFF"/>
          </a:solidFill>
          <a:ln w="6350" cap="rnd">
            <a:solidFill>
              <a:srgbClr val="000000"/>
            </a:solidFill>
            <a:round/>
          </a:ln>
        </p:spPr>
        <p:txBody>
          <a:bodyPr wrap="none" lIns="0" rIns="0" tIns="155079" bIns="0" anchor="t" rtlCol="0">
            <a:noAutofit/>
          </a:bodyPr>
          <a:lstStyle/>
          <a:p>
            <a:pPr algn="ctr">
              <a:lnSpc>
                <a:spcPts val="800"/>
              </a:lnSpc>
            </a:pPr>
            <a:r>
              <a:rPr lang="ja-JP" sz="800" dirty="0">
                <a:solidFill>
                  <a:srgbClr val="000000"/>
                </a:solidFill>
                <a:latin typeface="BIZ UDPGothic"/>
                <a:ea typeface="BIZ UDPGothic"/>
              </a:rPr>
              <a:t>査読</a:t>
            </a:r>
          </a:p>
          <a:p>
            <a:pPr algn="ctr">
              <a:lnSpc>
                <a:spcPts val="800"/>
              </a:lnSpc>
            </a:pPr>
            <a:r>
              <a:rPr lang="ja-JP" sz="800" dirty="0">
                <a:solidFill>
                  <a:srgbClr val="000000"/>
                </a:solidFill>
                <a:latin typeface="BIZ UDPGothic"/>
                <a:ea typeface="BIZ UDPGothic"/>
              </a:rPr>
              <a:t>（2 名）</a:t>
            </a:r>
          </a:p>
        </p:txBody>
      </p:sp>
      <p:sp>
        <p:nvSpPr>
          <p:cNvPr id="8" name="n:decision"/>
          <p:cNvSpPr/>
          <p:nvPr/>
        </p:nvSpPr>
        <p:spPr>
          <a:xfrm>
            <a:off x="222250" y="2387600"/>
            <a:ext cx="1181100" cy="3937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0" t="0" r="r" b="b"/>
            <a:pathLst>
              <a:path w="1181100" h="393700">
                <a:moveTo>
                  <a:pt x="298450" y="0"/>
                </a:moveTo>
                <a:lnTo>
                  <a:pt x="0" y="196850"/>
                </a:lnTo>
                <a:lnTo>
                  <a:pt x="298450" y="393700"/>
                </a:lnTo>
                <a:lnTo>
                  <a:pt x="889000" y="393700"/>
                </a:lnTo>
                <a:lnTo>
                  <a:pt x="1181100" y="196850"/>
                </a:lnTo>
                <a:lnTo>
                  <a:pt x="889000" y="0"/>
                </a:lnTo>
                <a:lnTo>
                  <a:pt x="298450" y="0"/>
                </a:lnTo>
                <a:close/>
              </a:path>
            </a:pathLst>
          </a:custGeom>
          <a:solidFill>
            <a:srgbClr val="E6E6E6"/>
          </a:solidFill>
          <a:ln w="12700" cap="rnd">
            <a:solidFill>
              <a:srgbClr val="000000"/>
            </a:solidFill>
            <a:round/>
          </a:ln>
        </p:spPr>
        <p:txBody>
          <a:bodyPr wrap="none" lIns="0" rIns="0" tIns="158254" bIns="0" anchor="t" rtlCol="0">
            <a:noAutofit/>
          </a:bodyPr>
          <a:lstStyle/>
          <a:p>
            <a:pPr algn="ctr">
              <a:lnSpc>
                <a:spcPts val="800"/>
              </a:lnSpc>
            </a:pPr>
            <a:r>
              <a:rPr lang="ja-JP" sz="800" dirty="0">
                <a:solidFill>
                  <a:srgbClr val="000000"/>
                </a:solidFill>
                <a:latin typeface="BIZ UDPGothic"/>
                <a:ea typeface="BIZ UDPGothic"/>
              </a:rPr>
              <a:t>採否の判定</a:t>
            </a:r>
          </a:p>
        </p:txBody>
      </p:sp>
      <p:sp>
        <p:nvSpPr>
          <p:cNvPr id="9" name="e:#0"/>
          <p:cNvSpPr/>
          <p:nvPr/>
        </p:nvSpPr>
        <p:spPr>
          <a:xfrm>
            <a:off x="1657350" y="4019550"/>
            <a:ext cx="1" cy="273050"/>
          </a:xfrm>
          <a:custGeom>
            <a:avLst/>
            <a:gdLst/>
            <a:ahLst/>
            <a:cxnLst/>
            <a:rect l="0" t="0" r="r" b="b"/>
            <a:pathLst>
              <a:path w="1" h="273050" fill="none">
                <a:moveTo>
                  <a:pt x="0" y="0"/>
                </a:moveTo>
                <a:lnTo>
                  <a:pt x="0" y="273050"/>
                </a:lnTo>
              </a:path>
            </a:pathLst>
          </a:custGeom>
          <a:ln w="6350" cap="rnd">
            <a:solidFill>
              <a:srgbClr val="000000"/>
            </a:solidFill>
            <a:round/>
            <a:tailEnd type="triangle" w="med" len="med"/>
          </a:ln>
        </p:spPr>
      </p:sp>
      <p:sp>
        <p:nvSpPr>
          <p:cNvPr id="10" name="e:#1"/>
          <p:cNvSpPr/>
          <p:nvPr/>
        </p:nvSpPr>
        <p:spPr>
          <a:xfrm>
            <a:off x="1235075" y="76200"/>
            <a:ext cx="1260470" cy="4222750"/>
          </a:xfrm>
          <a:custGeom>
            <a:avLst/>
            <a:gdLst/>
            <a:ahLst/>
            <a:cxnLst/>
            <a:rect l="0" t="0" r="r" b="b"/>
            <a:pathLst>
              <a:path w="1260470" h="4222750" fill="none">
                <a:moveTo>
                  <a:pt x="1260470" y="4222750"/>
                </a:moveTo>
                <a:lnTo>
                  <a:pt x="1257348" y="63500"/>
                </a:lnTo>
                <a:cubicBezTo>
                  <a:pt x="1257348" y="63500"/>
                  <a:pt x="1257300" y="0"/>
                  <a:pt x="1193800" y="0"/>
                </a:cubicBezTo>
                <a:lnTo>
                  <a:pt x="63500" y="0"/>
                </a:lnTo>
                <a:cubicBezTo>
                  <a:pt x="63500" y="0"/>
                  <a:pt x="0" y="0"/>
                  <a:pt x="588" y="63497"/>
                </a:cubicBezTo>
                <a:lnTo>
                  <a:pt x="3057" y="330201"/>
                </a:lnTo>
              </a:path>
            </a:pathLst>
          </a:custGeom>
          <a:ln w="6350" cap="rnd">
            <a:solidFill>
              <a:srgbClr val="000000"/>
            </a:solidFill>
            <a:round/>
            <a:tailEnd type="triangle" w="med" len="med"/>
          </a:ln>
        </p:spPr>
      </p:sp>
      <p:sp>
        <p:nvSpPr>
          <p:cNvPr id="11" name="e:#2"/>
          <p:cNvSpPr/>
          <p:nvPr/>
        </p:nvSpPr>
        <p:spPr>
          <a:xfrm>
            <a:off x="812800" y="819150"/>
            <a:ext cx="1" cy="781050"/>
          </a:xfrm>
          <a:custGeom>
            <a:avLst/>
            <a:gdLst/>
            <a:ahLst/>
            <a:cxnLst/>
            <a:rect l="0" t="0" r="r" b="b"/>
            <a:pathLst>
              <a:path w="1" h="781050" fill="none">
                <a:moveTo>
                  <a:pt x="0" y="0"/>
                </a:moveTo>
                <a:lnTo>
                  <a:pt x="0" y="781050"/>
                </a:lnTo>
              </a:path>
            </a:pathLst>
          </a:custGeom>
          <a:ln w="6350" cap="rnd">
            <a:solidFill>
              <a:srgbClr val="000000"/>
            </a:solidFill>
            <a:round/>
            <a:tailEnd type="triangle" w="med" len="med"/>
          </a:ln>
        </p:spPr>
      </p:sp>
      <p:sp>
        <p:nvSpPr>
          <p:cNvPr id="13" name="e:#3"/>
          <p:cNvSpPr/>
          <p:nvPr/>
        </p:nvSpPr>
        <p:spPr>
          <a:xfrm>
            <a:off x="1657350" y="819150"/>
            <a:ext cx="1" cy="2794000"/>
          </a:xfrm>
          <a:custGeom>
            <a:avLst/>
            <a:gdLst/>
            <a:ahLst/>
            <a:cxnLst/>
            <a:rect l="0" t="0" r="r" b="b"/>
            <a:pathLst>
              <a:path w="1" h="2794000" fill="none">
                <a:moveTo>
                  <a:pt x="0" y="0"/>
                </a:moveTo>
                <a:lnTo>
                  <a:pt x="0" y="2794000"/>
                </a:lnTo>
              </a:path>
            </a:pathLst>
          </a:custGeom>
          <a:ln w="6350" cap="rnd">
            <a:solidFill>
              <a:srgbClr val="000000"/>
            </a:solidFill>
            <a:custDash>
              <a:ds d="300000" sp="300000"/>
            </a:custDash>
            <a:round/>
            <a:tailEnd type="triangle" w="med" len="med"/>
          </a:ln>
        </p:spPr>
      </p:sp>
      <p:sp>
        <p:nvSpPr>
          <p:cNvPr id="15" name="e:#4"/>
          <p:cNvSpPr/>
          <p:nvPr/>
        </p:nvSpPr>
        <p:spPr>
          <a:xfrm>
            <a:off x="812800" y="2108200"/>
            <a:ext cx="1" cy="263525"/>
          </a:xfrm>
          <a:custGeom>
            <a:avLst/>
            <a:gdLst/>
            <a:ahLst/>
            <a:cxnLst/>
            <a:rect l="0" t="0" r="r" b="b"/>
            <a:pathLst>
              <a:path w="1" h="263525" fill="none">
                <a:moveTo>
                  <a:pt x="0" y="0"/>
                </a:moveTo>
                <a:lnTo>
                  <a:pt x="0" y="263525"/>
                </a:lnTo>
              </a:path>
            </a:pathLst>
          </a:custGeom>
          <a:ln w="6350" cap="rnd">
            <a:solidFill>
              <a:srgbClr val="000000"/>
            </a:solidFill>
            <a:round/>
            <a:tailEnd type="triangle" w="med" len="med"/>
          </a:ln>
        </p:spPr>
      </p:sp>
      <p:sp>
        <p:nvSpPr>
          <p:cNvPr id="16" name="e:#5"/>
          <p:cNvSpPr/>
          <p:nvPr/>
        </p:nvSpPr>
        <p:spPr>
          <a:xfrm>
            <a:off x="2076450" y="4705350"/>
            <a:ext cx="1" cy="260350"/>
          </a:xfrm>
          <a:custGeom>
            <a:avLst/>
            <a:gdLst/>
            <a:ahLst/>
            <a:cxnLst/>
            <a:rect l="0" t="0" r="r" b="b"/>
            <a:pathLst>
              <a:path w="1" h="260350" fill="none">
                <a:moveTo>
                  <a:pt x="0" y="0"/>
                </a:moveTo>
                <a:lnTo>
                  <a:pt x="0" y="260350"/>
                </a:lnTo>
              </a:path>
            </a:pathLst>
          </a:custGeom>
          <a:ln w="6350" cap="rnd">
            <a:solidFill>
              <a:srgbClr val="595959"/>
            </a:solidFill>
            <a:round/>
            <a:headEnd type="triangle" w="med" len="med"/>
            <a:tailEnd type="triangle" w="med" len="med"/>
          </a:ln>
        </p:spPr>
      </p:sp>
      <p:sp>
        <p:nvSpPr>
          <p:cNvPr id="12" name="e:#2 label"/>
          <p:cNvSpPr txBox="1"/>
          <p:nvPr/>
        </p:nvSpPr>
        <p:spPr>
          <a:xfrm>
            <a:off x="711634" y="1179078"/>
            <a:ext cx="202332" cy="88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ts val="700"/>
              </a:lnSpc>
            </a:pPr>
            <a:r>
              <a:rPr lang="ja-JP" sz="700" dirty="0">
                <a:solidFill>
                  <a:srgbClr val="000000"/>
                </a:solidFill>
                <a:latin typeface="BIZ UDPGothic"/>
                <a:ea typeface="BIZ UDPGothic"/>
              </a:rPr>
              <a:t>はい</a:t>
            </a:r>
          </a:p>
        </p:txBody>
      </p:sp>
      <p:sp>
        <p:nvSpPr>
          <p:cNvPr id="14" name="e:#3 label"/>
          <p:cNvSpPr txBox="1"/>
          <p:nvPr/>
        </p:nvSpPr>
        <p:spPr>
          <a:xfrm>
            <a:off x="1480176" y="2182378"/>
            <a:ext cx="354347" cy="88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ts val="700"/>
              </a:lnSpc>
            </a:pPr>
            <a:r>
              <a:rPr lang="ja-JP" sz="700" dirty="0">
                <a:solidFill>
                  <a:srgbClr val="000000"/>
                </a:solidFill>
                <a:latin typeface="BIZ UDPGothic"/>
                <a:ea typeface="BIZ UDPGothic"/>
              </a:rPr>
              <a:t>差し戻し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umi">
  <a:themeElements>
    <a:clrScheme name="Sumi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umi">
      <a:majorFont>
        <a:latin typeface="BIZ UDPGothic"/>
        <a:ea typeface="BIZ UDPGothic"/>
        <a:cs typeface=""/>
      </a:majorFont>
      <a:minorFont>
        <a:latin typeface="BIZ UDPGothic"/>
        <a:ea typeface="BIZ UDPGothic"/>
        <a:cs typeface=""/>
      </a:minorFont>
    </a:fontScheme>
    <a:fmtScheme name="Sumi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