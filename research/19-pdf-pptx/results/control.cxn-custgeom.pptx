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27432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dge"/>
          <p:cNvCxnSpPr/>
          <p:nvPr/>
        </p:nvCxnSpPr>
        <p:spPr>
          <a:xfrm>
            <a:off x="914400" y="457200"/>
            <a:ext cx="914400" cy="1828800"/>
          </a:xfrm>
          <a:custGeom>
            <a:avLst/>
            <a:gdLst/>
            <a:ahLst/>
            <a:cxnLst/>
            <a:rect l="0" t="0" r="r" b="b"/>
            <a:pathLst>
              <a:path w="914400" h="1828800" fill="none">
                <a:moveTo>
                  <a:pt x="0" y="0"/>
                </a:moveTo>
                <a:lnTo>
                  <a:pt x="0" y="914400"/>
                </a:lnTo>
                <a:lnTo>
                  <a:pt x="914400" y="914400"/>
                </a:lnTo>
                <a:lnTo>
                  <a:pt x="914400" y="1828800"/>
                </a:lnTo>
              </a:path>
            </a:pathLst>
          </a:custGeom>
          <a:ln w="12700">
            <a:solidFill>
              <a:srgbClr val="000000"/>
            </a:solidFill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umi">
  <a:themeElements>
    <a:clrScheme name="Sumi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umi">
      <a:majorFont>
        <a:latin typeface="BIZ UDPGothic"/>
        <a:ea typeface="BIZ UDPGothic"/>
        <a:cs typeface=""/>
      </a:majorFont>
      <a:minorFont>
        <a:latin typeface="BIZ UDPGothic"/>
        <a:ea typeface="BIZ UDPGothic"/>
        <a:cs typeface=""/>
      </a:minorFont>
    </a:fontScheme>
    <a:fmtScheme name="Sumi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